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07" r:id="rId7"/>
    <p:sldId id="281" r:id="rId8"/>
    <p:sldId id="297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72" d="100"/>
          <a:sy n="72" d="100"/>
        </p:scale>
        <p:origin x="660" y="66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76731" cy="3960555"/>
          </a:xfrm>
        </p:spPr>
        <p:txBody>
          <a:bodyPr anchor="ctr"/>
          <a:lstStyle/>
          <a:p>
            <a:r>
              <a:rPr lang="en-US" sz="6000" i="0" dirty="0">
                <a:effectLst/>
                <a:latin typeface="system-ui"/>
              </a:rPr>
              <a:t>CRUD Operations</a:t>
            </a:r>
            <a:br>
              <a:rPr lang="en-US" sz="2400" i="0" dirty="0">
                <a:effectLst/>
                <a:latin typeface="system-ui"/>
              </a:rPr>
            </a:br>
            <a:r>
              <a:rPr lang="en-US" sz="2400" b="0" i="0" cap="none" dirty="0">
                <a:effectLst/>
                <a:latin typeface="system-ui"/>
              </a:rPr>
              <a:t>Using the MVC framework in </a:t>
            </a:r>
            <a:r>
              <a:rPr lang="en-US" sz="2400" b="0" cap="none" dirty="0">
                <a:latin typeface="system-ui"/>
              </a:rPr>
              <a:t>C</a:t>
            </a:r>
            <a:r>
              <a:rPr lang="en-US" sz="2400" b="0" i="0" cap="none" dirty="0">
                <a:effectLst/>
                <a:latin typeface="system-ui"/>
              </a:rPr>
              <a:t>odeIgniter</a:t>
            </a:r>
            <a:endParaRPr 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461" y="0"/>
            <a:ext cx="6583680" cy="1531357"/>
          </a:xfrm>
        </p:spPr>
        <p:txBody>
          <a:bodyPr/>
          <a:lstStyle/>
          <a:p>
            <a:r>
              <a:rPr lang="en-US" cap="none" dirty="0"/>
              <a:t>What is </a:t>
            </a:r>
            <a:r>
              <a:rPr lang="en-US" dirty="0"/>
              <a:t>crud?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26" y="2066013"/>
            <a:ext cx="7874443" cy="3817952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CREATE</a:t>
            </a:r>
          </a:p>
          <a:p>
            <a:r>
              <a:rPr lang="en-US" sz="1800" dirty="0"/>
              <a:t>Adding new rows or data on the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READ</a:t>
            </a:r>
          </a:p>
          <a:p>
            <a:r>
              <a:rPr lang="en-US" sz="1800" dirty="0"/>
              <a:t>Retrieving or viewing data from the database.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UPDATE</a:t>
            </a:r>
          </a:p>
          <a:p>
            <a:r>
              <a:rPr lang="en-US" sz="1800" dirty="0"/>
              <a:t>Modifying or changing existing data in the database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dirty="0"/>
              <a:t>DELETE</a:t>
            </a:r>
          </a:p>
          <a:p>
            <a:r>
              <a:rPr lang="en-US" sz="1800" dirty="0"/>
              <a:t>Removing or deleting data from the database.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198" y="-1681577"/>
            <a:ext cx="5723586" cy="4739104"/>
          </a:xfrm>
        </p:spPr>
        <p:txBody>
          <a:bodyPr/>
          <a:lstStyle/>
          <a:p>
            <a:r>
              <a:rPr lang="en-US" cap="none" dirty="0"/>
              <a:t>The MVC Framework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1067B-0E78-49CD-B903-F4642E48BD76}"/>
              </a:ext>
            </a:extLst>
          </p:cNvPr>
          <p:cNvSpPr txBox="1"/>
          <p:nvPr/>
        </p:nvSpPr>
        <p:spPr>
          <a:xfrm>
            <a:off x="1451113" y="1610718"/>
            <a:ext cx="7732643" cy="4205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6"/>
                </a:solidFill>
              </a:rPr>
              <a:t>MODEL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6"/>
                </a:solidFill>
              </a:rPr>
              <a:t>Manage the data and the database logic.  All database CRUD operation happen here.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6"/>
                </a:solidFill>
              </a:rPr>
              <a:t>VIEW</a:t>
            </a:r>
            <a:endParaRPr lang="en-US" sz="1800" b="1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/>
                </a:solidFill>
              </a:rPr>
              <a:t>The user interface. What the user sees (HTML/CSS). Displays data and form.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accent6"/>
                </a:solidFill>
              </a:rPr>
              <a:t>CONTROLLER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/>
                </a:solidFill>
              </a:rPr>
              <a:t>The “brain” brain of the application. It takes user request, tells the Model what to do, and loads the view.</a:t>
            </a:r>
            <a:endParaRPr 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62166"/>
            <a:ext cx="10230678" cy="784777"/>
          </a:xfrm>
        </p:spPr>
        <p:txBody>
          <a:bodyPr/>
          <a:lstStyle/>
          <a:p>
            <a:r>
              <a:rPr lang="en-US" dirty="0"/>
              <a:t>CRUD </a:t>
            </a:r>
            <a:r>
              <a:rPr lang="en-US" cap="none" dirty="0"/>
              <a:t>Workflow in CodeIgniter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0" y="2466560"/>
            <a:ext cx="12377532" cy="2720009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dirty="0">
                <a:effectLst/>
                <a:latin typeface="system-ui"/>
              </a:rPr>
              <a:t>Request: </a:t>
            </a:r>
            <a:r>
              <a:rPr lang="en-US" sz="1800" b="0" i="0" dirty="0">
                <a:effectLst/>
                <a:latin typeface="system-ui"/>
              </a:rPr>
              <a:t>User interacts with a View (e.g., clicks a "Save“ button on a form).</a:t>
            </a:r>
          </a:p>
          <a:p>
            <a:pPr algn="l"/>
            <a:endParaRPr lang="en-US" sz="1800" b="0" i="0" dirty="0">
              <a:effectLst/>
              <a:latin typeface="system-u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dirty="0">
                <a:effectLst/>
                <a:latin typeface="system-ui"/>
              </a:rPr>
              <a:t>Controller: </a:t>
            </a:r>
            <a:r>
              <a:rPr lang="en-US" sz="1800" b="0" i="0" dirty="0">
                <a:effectLst/>
                <a:latin typeface="system-ui"/>
              </a:rPr>
              <a:t>The Controller receives the request and data from the View.</a:t>
            </a:r>
          </a:p>
          <a:p>
            <a:pPr algn="l"/>
            <a:endParaRPr lang="en-US" sz="1800" b="0" i="0" dirty="0">
              <a:effectLst/>
              <a:latin typeface="system-u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dirty="0">
                <a:effectLst/>
                <a:latin typeface="system-ui"/>
              </a:rPr>
              <a:t>Model: </a:t>
            </a:r>
            <a:r>
              <a:rPr lang="en-US" sz="1800" b="0" i="0" dirty="0">
                <a:effectLst/>
                <a:latin typeface="system-ui"/>
              </a:rPr>
              <a:t>The Controller calls a specific function in the Model (e.g., '</a:t>
            </a:r>
            <a:r>
              <a:rPr lang="en-US" sz="1800" b="0" i="0" dirty="0" err="1">
                <a:effectLst/>
                <a:latin typeface="system-ui"/>
              </a:rPr>
              <a:t>save_user</a:t>
            </a:r>
            <a:r>
              <a:rPr lang="en-US" sz="1800" b="0" i="0" dirty="0">
                <a:effectLst/>
                <a:latin typeface="system-ui"/>
              </a:rPr>
              <a:t>()’).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i="0" dirty="0">
              <a:effectLst/>
              <a:latin typeface="system-u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dirty="0">
                <a:effectLst/>
                <a:latin typeface="system-ui"/>
              </a:rPr>
              <a:t>Database</a:t>
            </a:r>
            <a:r>
              <a:rPr lang="en-US" sz="1800" b="0" i="0" dirty="0">
                <a:effectLst/>
                <a:latin typeface="system-ui"/>
              </a:rPr>
              <a:t>: The Model performs the CRUD operation (Create, Update, etc.) on the database</a:t>
            </a:r>
          </a:p>
          <a:p>
            <a:pPr algn="l"/>
            <a:endParaRPr lang="en-US" sz="1800" b="0" i="0" dirty="0">
              <a:effectLst/>
              <a:latin typeface="system-u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i="0" dirty="0">
                <a:effectLst/>
                <a:latin typeface="system-ui"/>
              </a:rPr>
              <a:t> </a:t>
            </a:r>
            <a:r>
              <a:rPr lang="en-US" sz="1800" b="1" i="0" dirty="0">
                <a:effectLst/>
                <a:latin typeface="system-ui"/>
              </a:rPr>
              <a:t>Response: </a:t>
            </a:r>
            <a:r>
              <a:rPr lang="en-US" sz="1800" b="0" i="0" dirty="0">
                <a:effectLst/>
                <a:latin typeface="system-ui"/>
              </a:rPr>
              <a:t>The Controller loads a new View to show the result (e.g., "Success!").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862" y="-1522357"/>
            <a:ext cx="5715000" cy="2727709"/>
          </a:xfrm>
        </p:spPr>
        <p:txBody>
          <a:bodyPr/>
          <a:lstStyle/>
          <a:p>
            <a:r>
              <a:rPr lang="en-US" dirty="0"/>
              <a:t>GROUP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862" y="1573988"/>
            <a:ext cx="5715000" cy="2234642"/>
          </a:xfrm>
        </p:spPr>
        <p:txBody>
          <a:bodyPr/>
          <a:lstStyle/>
          <a:p>
            <a:r>
              <a:rPr lang="en-US" dirty="0"/>
              <a:t>PLAIDA</a:t>
            </a:r>
          </a:p>
          <a:p>
            <a:r>
              <a:rPr lang="en-US" dirty="0"/>
              <a:t>MACA</a:t>
            </a:r>
          </a:p>
          <a:p>
            <a:r>
              <a:rPr lang="en-US" dirty="0"/>
              <a:t>DANIELES</a:t>
            </a:r>
          </a:p>
          <a:p>
            <a:r>
              <a:rPr lang="en-US" dirty="0"/>
              <a:t>AMAR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{A5660E8E-5DA1-4143-9B00-9D4CF2B19F27}TF8a9b5915-b8c7-461e-8cdd-693d48b5e32371f7b7e2_win32-4bf0b9a2ea37</Template>
  <TotalTime>29</TotalTime>
  <Words>220</Words>
  <Application>Microsoft Office PowerPoint</Application>
  <PresentationFormat>Widescreen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Arial Black</vt:lpstr>
      <vt:lpstr>Calibri</vt:lpstr>
      <vt:lpstr>Sabon Next LT</vt:lpstr>
      <vt:lpstr>system-ui</vt:lpstr>
      <vt:lpstr>Wingdings</vt:lpstr>
      <vt:lpstr>Custom</vt:lpstr>
      <vt:lpstr>CRUD Operations Using the MVC framework in CodeIgniter</vt:lpstr>
      <vt:lpstr>What is crud?</vt:lpstr>
      <vt:lpstr>The MVC Framework</vt:lpstr>
      <vt:lpstr>CRUD Workflow in CodeIgniter</vt:lpstr>
      <vt:lpstr>GROUP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CRUD Operations Using the MVC framework in CodeIgniter</dc:title>
  <dc:subject/>
  <dc:creator>Cristine Joy</dc:creator>
  <cp:lastModifiedBy>Cristine Joy</cp:lastModifiedBy>
  <cp:revision>4</cp:revision>
  <dcterms:created xsi:type="dcterms:W3CDTF">2025-11-18T13:13:07Z</dcterms:created>
  <dcterms:modified xsi:type="dcterms:W3CDTF">2025-11-18T13:42:16Z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